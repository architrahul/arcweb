
<file path=[Content_Types].xml><?xml version="1.0" encoding="utf-8"?>
<Types xmlns="http://schemas.openxmlformats.org/package/2006/content-types">
  <Default ContentType="image/jpeg" Extension="jpg"/>
  <Default ContentType="application/xml" Extension="xml"/>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http://customooxmlschemas.google.com/">
      <go:slidesCustomData xmlns:go="http://customooxmlschemas.google.com/" r:id="rId15" roundtripDataSignature="AMtx7mhIZlYShmVX68zRg2VxO/tmw0l6X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customschemas.google.com/relationships/presentationmetadata" Target="metadata"/><Relationship Id="rId14" Type="http://schemas.openxmlformats.org/officeDocument/2006/relationships/slide" Target="slides/slide9.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Firstly,i prepared the prototype.The the pph cup was designed and the mould was developed.THen the pph cup was made up of silicone.It was tested for safety and toxicity from IDRL Pune.It was also approved by the USAFDA(USA food and drug association).The approval for the pilot study was obtained </a:t>
            </a:r>
            <a:endParaRPr/>
          </a:p>
        </p:txBody>
      </p:sp>
      <p:sp>
        <p:nvSpPr>
          <p:cNvPr id="92" name="Google Shape;92;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The nursing staff </a:t>
            </a:r>
            <a:r>
              <a:rPr lang="en-US"/>
              <a:t>accepts</a:t>
            </a:r>
            <a:r>
              <a:rPr lang="en-US"/>
              <a:t> the pph cup readily and it gives timely alarm to the doctors and helps save the maternal life.It also reduced the production of nondegradable biomedical waste and helps the environment.</a:t>
            </a:r>
            <a:endParaRPr/>
          </a:p>
        </p:txBody>
      </p:sp>
      <p:sp>
        <p:nvSpPr>
          <p:cNvPr id="102" name="Google Shape;102;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Its has been shown to be helpful in helping with thebmanagement of pph,Some obstetricians have suggested about different sizes of pph cup and also suggested about inc</a:t>
            </a:r>
            <a:endParaRPr/>
          </a:p>
        </p:txBody>
      </p:sp>
      <p:sp>
        <p:nvSpPr>
          <p:cNvPr id="107" name="Google Shape;107;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11"/>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11"/>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4" name="Google Shape;14;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1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1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0" name="Google Shape;20;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3" name="Shape 23"/>
        <p:cNvGrpSpPr/>
        <p:nvPr/>
      </p:nvGrpSpPr>
      <p:grpSpPr>
        <a:xfrm>
          <a:off x="0" y="0"/>
          <a:ext cx="0" cy="0"/>
          <a:chOff x="0" y="0"/>
          <a:chExt cx="0" cy="0"/>
        </a:xfrm>
      </p:grpSpPr>
      <p:sp>
        <p:nvSpPr>
          <p:cNvPr id="24" name="Google Shape;24;p13"/>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13"/>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26" name="Google Shape;26;p1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1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1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9" name="Shape 29"/>
        <p:cNvGrpSpPr/>
        <p:nvPr/>
      </p:nvGrpSpPr>
      <p:grpSpPr>
        <a:xfrm>
          <a:off x="0" y="0"/>
          <a:ext cx="0" cy="0"/>
          <a:chOff x="0" y="0"/>
          <a:chExt cx="0" cy="0"/>
        </a:xfrm>
      </p:grpSpPr>
      <p:sp>
        <p:nvSpPr>
          <p:cNvPr id="30" name="Google Shape;30;p1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14"/>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2" name="Google Shape;32;p14"/>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3" name="Google Shape;33;p1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1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1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6" name="Shape 36"/>
        <p:cNvGrpSpPr/>
        <p:nvPr/>
      </p:nvGrpSpPr>
      <p:grpSpPr>
        <a:xfrm>
          <a:off x="0" y="0"/>
          <a:ext cx="0" cy="0"/>
          <a:chOff x="0" y="0"/>
          <a:chExt cx="0" cy="0"/>
        </a:xfrm>
      </p:grpSpPr>
      <p:sp>
        <p:nvSpPr>
          <p:cNvPr id="37" name="Google Shape;37;p1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15"/>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39" name="Google Shape;39;p15"/>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0" name="Google Shape;40;p15"/>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1" name="Google Shape;41;p15"/>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2" name="Google Shape;42;p1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1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1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5" name="Shape 45"/>
        <p:cNvGrpSpPr/>
        <p:nvPr/>
      </p:nvGrpSpPr>
      <p:grpSpPr>
        <a:xfrm>
          <a:off x="0" y="0"/>
          <a:ext cx="0" cy="0"/>
          <a:chOff x="0" y="0"/>
          <a:chExt cx="0" cy="0"/>
        </a:xfrm>
      </p:grpSpPr>
      <p:sp>
        <p:nvSpPr>
          <p:cNvPr id="46" name="Google Shape;46;p1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1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1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1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1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1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1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18"/>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18"/>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18"/>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1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1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9"/>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9"/>
          <p:cNvSpPr/>
          <p:nvPr>
            <p:ph idx="2" type="pic"/>
          </p:nvPr>
        </p:nvSpPr>
        <p:spPr>
          <a:xfrm>
            <a:off x="1792288" y="612775"/>
            <a:ext cx="5486400" cy="4114800"/>
          </a:xfrm>
          <a:prstGeom prst="rect">
            <a:avLst/>
          </a:prstGeom>
          <a:noFill/>
          <a:ln>
            <a:noFill/>
          </a:ln>
        </p:spPr>
      </p:sp>
      <p:sp>
        <p:nvSpPr>
          <p:cNvPr id="64" name="Google Shape;64;p19"/>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2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20"/>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21"/>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21"/>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8.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7.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3.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6.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4.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9.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5.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pic>
        <p:nvPicPr>
          <p:cNvPr descr="01.jpg" id="84" name="Google Shape;84;p1"/>
          <p:cNvPicPr preferRelativeResize="0"/>
          <p:nvPr/>
        </p:nvPicPr>
        <p:blipFill rotWithShape="1">
          <a:blip r:embed="rId3">
            <a:alphaModFix/>
          </a:blip>
          <a:srcRect b="0" l="0" r="0" t="0"/>
          <a:stretch/>
        </p:blipFill>
        <p:spPr>
          <a:xfrm>
            <a:off x="134470" y="0"/>
            <a:ext cx="8875059" cy="68580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pic>
        <p:nvPicPr>
          <p:cNvPr descr="02.jpg" id="89" name="Google Shape;89;p2"/>
          <p:cNvPicPr preferRelativeResize="0"/>
          <p:nvPr/>
        </p:nvPicPr>
        <p:blipFill rotWithShape="1">
          <a:blip r:embed="rId3">
            <a:alphaModFix/>
          </a:blip>
          <a:srcRect b="0" l="0" r="0" t="0"/>
          <a:stretch/>
        </p:blipFill>
        <p:spPr>
          <a:xfrm>
            <a:off x="134470" y="0"/>
            <a:ext cx="8875059" cy="68580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pic>
        <p:nvPicPr>
          <p:cNvPr descr="03.jpg" id="94" name="Google Shape;94;p3"/>
          <p:cNvPicPr preferRelativeResize="0"/>
          <p:nvPr/>
        </p:nvPicPr>
        <p:blipFill rotWithShape="1">
          <a:blip r:embed="rId3">
            <a:alphaModFix/>
          </a:blip>
          <a:srcRect b="0" l="0" r="0" t="0"/>
          <a:stretch/>
        </p:blipFill>
        <p:spPr>
          <a:xfrm>
            <a:off x="134470" y="0"/>
            <a:ext cx="8875059" cy="68580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pic>
        <p:nvPicPr>
          <p:cNvPr descr="04.jpg" id="99" name="Google Shape;99;p4"/>
          <p:cNvPicPr preferRelativeResize="0"/>
          <p:nvPr/>
        </p:nvPicPr>
        <p:blipFill rotWithShape="1">
          <a:blip r:embed="rId3">
            <a:alphaModFix/>
          </a:blip>
          <a:srcRect b="0" l="0" r="0" t="0"/>
          <a:stretch/>
        </p:blipFill>
        <p:spPr>
          <a:xfrm>
            <a:off x="134470" y="0"/>
            <a:ext cx="8875059" cy="68580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pic>
        <p:nvPicPr>
          <p:cNvPr descr="05.jpg" id="104" name="Google Shape;104;p5"/>
          <p:cNvPicPr preferRelativeResize="0"/>
          <p:nvPr/>
        </p:nvPicPr>
        <p:blipFill rotWithShape="1">
          <a:blip r:embed="rId3">
            <a:alphaModFix/>
          </a:blip>
          <a:srcRect b="0" l="0" r="0" t="0"/>
          <a:stretch/>
        </p:blipFill>
        <p:spPr>
          <a:xfrm>
            <a:off x="134470" y="0"/>
            <a:ext cx="8875059" cy="68580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pic>
        <p:nvPicPr>
          <p:cNvPr descr="06.jpg" id="109" name="Google Shape;109;p6"/>
          <p:cNvPicPr preferRelativeResize="0"/>
          <p:nvPr/>
        </p:nvPicPr>
        <p:blipFill rotWithShape="1">
          <a:blip r:embed="rId3">
            <a:alphaModFix/>
          </a:blip>
          <a:srcRect b="0" l="0" r="0" t="0"/>
          <a:stretch/>
        </p:blipFill>
        <p:spPr>
          <a:xfrm>
            <a:off x="134470" y="0"/>
            <a:ext cx="8875059" cy="68580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pic>
        <p:nvPicPr>
          <p:cNvPr descr="07.jpg" id="114" name="Google Shape;114;p7"/>
          <p:cNvPicPr preferRelativeResize="0"/>
          <p:nvPr/>
        </p:nvPicPr>
        <p:blipFill rotWithShape="1">
          <a:blip r:embed="rId3">
            <a:alphaModFix/>
          </a:blip>
          <a:srcRect b="0" l="0" r="0" t="0"/>
          <a:stretch/>
        </p:blipFill>
        <p:spPr>
          <a:xfrm>
            <a:off x="134470" y="0"/>
            <a:ext cx="8875059" cy="68580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pic>
        <p:nvPicPr>
          <p:cNvPr descr="08.jpg" id="119" name="Google Shape;119;p8"/>
          <p:cNvPicPr preferRelativeResize="0"/>
          <p:nvPr/>
        </p:nvPicPr>
        <p:blipFill rotWithShape="1">
          <a:blip r:embed="rId3">
            <a:alphaModFix/>
          </a:blip>
          <a:srcRect b="0" l="0" r="0" t="0"/>
          <a:stretch/>
        </p:blipFill>
        <p:spPr>
          <a:xfrm>
            <a:off x="134470" y="0"/>
            <a:ext cx="8875059" cy="68580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pic>
        <p:nvPicPr>
          <p:cNvPr descr="09.jpg" id="124" name="Google Shape;124;p9"/>
          <p:cNvPicPr preferRelativeResize="0"/>
          <p:nvPr/>
        </p:nvPicPr>
        <p:blipFill rotWithShape="1">
          <a:blip r:embed="rId3">
            <a:alphaModFix/>
          </a:blip>
          <a:srcRect b="0" l="0" r="0" t="0"/>
          <a:stretch/>
        </p:blipFill>
        <p:spPr>
          <a:xfrm>
            <a:off x="134470" y="0"/>
            <a:ext cx="8875059" cy="68580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2021-03-26T13:40:10Z</dcterms:created>
  <dc:creator>IMAGE GRAPHICS</dc:creator>
</cp:coreProperties>
</file>